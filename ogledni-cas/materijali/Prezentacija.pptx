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411e4a5ce2437c" /><Relationship Type="http://schemas.openxmlformats.org/officeDocument/2006/relationships/extended-properties" Target="/docProps/app.xml" Id="R10aade4f67424f4f" /><Relationship Type="http://schemas.openxmlformats.org/officeDocument/2006/relationships/officeDocument" Target="/ppt/presentation.xml" Id="Rc1d1bc99f83e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444078d433465c"/>
  </p:sldMasterIdLst>
  <p:notesMasterIdLst>
    <p:notesMasterId xmlns:r="http://schemas.openxmlformats.org/officeDocument/2006/relationships" r:id="R0af7e6d10bdb4713"/>
  </p:notesMasterIdLst>
  <p:sldIdLst>
    <p:sldId xmlns:r="http://schemas.openxmlformats.org/officeDocument/2006/relationships" id="256" r:id="R4b04515919e14862"/>
    <p:sldId xmlns:r="http://schemas.openxmlformats.org/officeDocument/2006/relationships" id="257" r:id="R5205eadfa19c464b"/>
    <p:sldId xmlns:r="http://schemas.openxmlformats.org/officeDocument/2006/relationships" id="258" r:id="R0b1b01b42cb447a5"/>
    <p:sldId xmlns:r="http://schemas.openxmlformats.org/officeDocument/2006/relationships" id="259" r:id="R928bc0bace944e8c"/>
    <p:sldId xmlns:r="http://schemas.openxmlformats.org/officeDocument/2006/relationships" id="260" r:id="Rf3409b472deb4eb6"/>
    <p:sldId xmlns:r="http://schemas.openxmlformats.org/officeDocument/2006/relationships" id="261" r:id="Rc72d0584373d424b"/>
    <p:sldId xmlns:r="http://schemas.openxmlformats.org/officeDocument/2006/relationships" id="262" r:id="R72577b7f8a8e4d9c"/>
    <p:sldId xmlns:r="http://schemas.openxmlformats.org/officeDocument/2006/relationships" id="263" r:id="R148162e0a0d2469b"/>
    <p:sldId xmlns:r="http://schemas.openxmlformats.org/officeDocument/2006/relationships" id="264" r:id="R6646b4c917084dc9"/>
    <p:sldId xmlns:r="http://schemas.openxmlformats.org/officeDocument/2006/relationships" id="265" r:id="R4962de9e261a45b0"/>
    <p:sldId xmlns:r="http://schemas.openxmlformats.org/officeDocument/2006/relationships" id="266" r:id="Ra90ee26c4b1c4b66"/>
    <p:sldId xmlns:r="http://schemas.openxmlformats.org/officeDocument/2006/relationships" id="267" r:id="R02b30638e1a24b2f"/>
    <p:sldId xmlns:r="http://schemas.openxmlformats.org/officeDocument/2006/relationships" id="268" r:id="R3dc2cd7b962e41ac"/>
    <p:sldId xmlns:r="http://schemas.openxmlformats.org/officeDocument/2006/relationships" id="269" r:id="Re2464f03c5de4140"/>
    <p:sldId xmlns:r="http://schemas.openxmlformats.org/officeDocument/2006/relationships" id="270" r:id="Rbf92e2bfedd440a9"/>
    <p:sldId xmlns:r="http://schemas.openxmlformats.org/officeDocument/2006/relationships" id="271" r:id="R0abdad6bbcbb425d"/>
    <p:sldId xmlns:r="http://schemas.openxmlformats.org/officeDocument/2006/relationships" id="272" r:id="R2dfa044665ef40d4"/>
    <p:sldId xmlns:r="http://schemas.openxmlformats.org/officeDocument/2006/relationships" id="273" r:id="R2634844741e9478c"/>
    <p:sldId xmlns:r="http://schemas.openxmlformats.org/officeDocument/2006/relationships" id="274" r:id="R7e5a89147bb04e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bc7990bc8f42a1" /><Relationship Type="http://schemas.openxmlformats.org/officeDocument/2006/relationships/slideMaster" Target="/ppt/slideMasters/slideMaster1.xml" Id="R4c444078d433465c" /><Relationship Type="http://schemas.openxmlformats.org/officeDocument/2006/relationships/notesMaster" Target="/ppt/notesMasters/notesMaster1.xml" Id="R0af7e6d10bdb4713" /><Relationship Type="http://schemas.openxmlformats.org/officeDocument/2006/relationships/presProps" Target="/ppt/presProps.xml" Id="Re1c6379bea954667" /><Relationship Type="http://schemas.openxmlformats.org/officeDocument/2006/relationships/tableStyles" Target="/ppt/tableStyles.xml" Id="Rf6f0eceeefef4a66" /><Relationship Type="http://schemas.openxmlformats.org/officeDocument/2006/relationships/slide" Target="/ppt/slides/slide1.xml" Id="R4b04515919e14862" /><Relationship Type="http://schemas.openxmlformats.org/officeDocument/2006/relationships/slide" Target="/ppt/slides/slide2.xml" Id="R5205eadfa19c464b" /><Relationship Type="http://schemas.openxmlformats.org/officeDocument/2006/relationships/slide" Target="/ppt/slides/slide3.xml" Id="R0b1b01b42cb447a5" /><Relationship Type="http://schemas.openxmlformats.org/officeDocument/2006/relationships/slide" Target="/ppt/slides/slide4.xml" Id="R928bc0bace944e8c" /><Relationship Type="http://schemas.openxmlformats.org/officeDocument/2006/relationships/slide" Target="/ppt/slides/slide5.xml" Id="Rf3409b472deb4eb6" /><Relationship Type="http://schemas.openxmlformats.org/officeDocument/2006/relationships/slide" Target="/ppt/slides/slide6.xml" Id="Rc72d0584373d424b" /><Relationship Type="http://schemas.openxmlformats.org/officeDocument/2006/relationships/slide" Target="/ppt/slides/slide7.xml" Id="R72577b7f8a8e4d9c" /><Relationship Type="http://schemas.openxmlformats.org/officeDocument/2006/relationships/slide" Target="/ppt/slides/slide8.xml" Id="R148162e0a0d2469b" /><Relationship Type="http://schemas.openxmlformats.org/officeDocument/2006/relationships/slide" Target="/ppt/slides/slide9.xml" Id="R6646b4c917084dc9" /><Relationship Type="http://schemas.openxmlformats.org/officeDocument/2006/relationships/slide" Target="/ppt/slides/slide10.xml" Id="R4962de9e261a45b0" /><Relationship Type="http://schemas.openxmlformats.org/officeDocument/2006/relationships/slide" Target="/ppt/slides/slide11.xml" Id="Ra90ee26c4b1c4b66" /><Relationship Type="http://schemas.openxmlformats.org/officeDocument/2006/relationships/slide" Target="/ppt/slides/slide12.xml" Id="R02b30638e1a24b2f" /><Relationship Type="http://schemas.openxmlformats.org/officeDocument/2006/relationships/slide" Target="/ppt/slides/slide13.xml" Id="R3dc2cd7b962e41ac" /><Relationship Type="http://schemas.openxmlformats.org/officeDocument/2006/relationships/slide" Target="/ppt/slides/slide14.xml" Id="Re2464f03c5de4140" /><Relationship Type="http://schemas.openxmlformats.org/officeDocument/2006/relationships/slide" Target="/ppt/slides/slide15.xml" Id="Rbf92e2bfedd440a9" /><Relationship Type="http://schemas.openxmlformats.org/officeDocument/2006/relationships/slide" Target="/ppt/slides/slide16.xml" Id="R0abdad6bbcbb425d" /><Relationship Type="http://schemas.openxmlformats.org/officeDocument/2006/relationships/slide" Target="/ppt/slides/slide17.xml" Id="R2dfa044665ef40d4" /><Relationship Type="http://schemas.openxmlformats.org/officeDocument/2006/relationships/slide" Target="/ppt/slides/slide18.xml" Id="R2634844741e9478c" /><Relationship Type="http://schemas.openxmlformats.org/officeDocument/2006/relationships/slide" Target="/ppt/slides/slide19.xml" Id="R7e5a89147bb04e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b10fd8c9c244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506b9902d94dab" /><Relationship Type="http://schemas.openxmlformats.org/officeDocument/2006/relationships/notesMaster" Target="/ppt/notesMasters/notesMaster1.xml" Id="R3c0cd630a39547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bc53391d4e4e28" /><Relationship Type="http://schemas.openxmlformats.org/officeDocument/2006/relationships/notesMaster" Target="/ppt/notesMasters/notesMaster1.xml" Id="R0fb6e570ac1f49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df47ad9a3149b2" /><Relationship Type="http://schemas.openxmlformats.org/officeDocument/2006/relationships/notesMaster" Target="/ppt/notesMasters/notesMaster1.xml" Id="Rbf0e6e1a7b3d49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ad0c48b0ee4d5d" /><Relationship Type="http://schemas.openxmlformats.org/officeDocument/2006/relationships/notesMaster" Target="/ppt/notesMasters/notesMaster1.xml" Id="Rfd88f5c109e34d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91d7ab050545b6" /><Relationship Type="http://schemas.openxmlformats.org/officeDocument/2006/relationships/notesMaster" Target="/ppt/notesMasters/notesMaster1.xml" Id="R48722f22d2f74f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1ae7e0029145de" /><Relationship Type="http://schemas.openxmlformats.org/officeDocument/2006/relationships/notesMaster" Target="/ppt/notesMasters/notesMaster1.xml" Id="Ref65ab4f63ab4b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4ca232df2d405b" /><Relationship Type="http://schemas.openxmlformats.org/officeDocument/2006/relationships/notesMaster" Target="/ppt/notesMasters/notesMaster1.xml" Id="R6b4f22f40e0d4e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d262b0aed84be9" /><Relationship Type="http://schemas.openxmlformats.org/officeDocument/2006/relationships/notesMaster" Target="/ppt/notesMasters/notesMaster1.xml" Id="R2e740057ff7941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670f9ac1034e4a" /><Relationship Type="http://schemas.openxmlformats.org/officeDocument/2006/relationships/notesMaster" Target="/ppt/notesMasters/notesMaster1.xml" Id="Rf41b689b28df44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479222babd4a39" /><Relationship Type="http://schemas.openxmlformats.org/officeDocument/2006/relationships/notesMaster" Target="/ppt/notesMasters/notesMaster1.xml" Id="Rb2551a8625cc45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04968a49ca44b5" /><Relationship Type="http://schemas.openxmlformats.org/officeDocument/2006/relationships/notesMaster" Target="/ppt/notesMasters/notesMaster1.xml" Id="Rb1de8811a49446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4a0ad7a90b4081" /><Relationship Type="http://schemas.openxmlformats.org/officeDocument/2006/relationships/notesMaster" Target="/ppt/notesMasters/notesMaster1.xml" Id="Rcbd0caa150834c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1dbdf4741a434a" /><Relationship Type="http://schemas.openxmlformats.org/officeDocument/2006/relationships/notesMaster" Target="/ppt/notesMasters/notesMaster1.xml" Id="R095ded3012c242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12f6691f554131" /><Relationship Type="http://schemas.openxmlformats.org/officeDocument/2006/relationships/notesMaster" Target="/ppt/notesMasters/notesMaster1.xml" Id="R24237fe358a94a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c7a87c51744707" /><Relationship Type="http://schemas.openxmlformats.org/officeDocument/2006/relationships/notesMaster" Target="/ppt/notesMasters/notesMaster1.xml" Id="R42eb2609dab84a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48bbacda1b4b09" /><Relationship Type="http://schemas.openxmlformats.org/officeDocument/2006/relationships/notesMaster" Target="/ppt/notesMasters/notesMaster1.xml" Id="Rdef5548db19c4a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c557d1147a44ae" /><Relationship Type="http://schemas.openxmlformats.org/officeDocument/2006/relationships/notesMaster" Target="/ppt/notesMasters/notesMaster1.xml" Id="Rb507eaf664054a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8a88bc40a54cb7" /><Relationship Type="http://schemas.openxmlformats.org/officeDocument/2006/relationships/notesMaster" Target="/ppt/notesMasters/notesMaster1.xml" Id="R017c2eedba7c45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9ceae29426141f1" /><Relationship Type="http://schemas.openxmlformats.org/officeDocument/2006/relationships/notesMaster" Target="/ppt/notesMasters/notesMaster1.xml" Id="R8d9bcc4ad9c641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0–4 min. Uvod u temu.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sekundi individualno, zatim razgovor u paru. Ne tražiti lična priznanja.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4–7 min. Obnoviti izvore šerijata.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29.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7–15 min. Vadžib nije samo preporuka. Razliku vežemo uz dokaz.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Pojmovi se u stručnoj upotrebi mogu preklapati; ovdje pratimo podjelu lekcije.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30. Primjere ograničiti navedenim okolnostima.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Str. 30 s ispravkom nepreciznosti. IZ BiH: O namazu; Pitanja o abdestu.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15–24 min. Svaki učenik usmeno objašnjava jednu karticu grupi.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24–30 min. Koristiti štampane slučajeve ili HTML.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30–37 min. U PPT nastavku slijedi 6 pitanja.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Tačno: A. Fikh proučava propise o ljudskim djelima. Udžbenik, str. 29.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Tačno: B. Ramazanski post je farz za osobu na koju se obaveza odnosi. Str. 29 i 31.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Tačno: C. Vitr-namaz je primjer vadžiba u hanefijskom učenju. Str. 29.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Tačno: D. Dozvoljena šetnja u slobodno vrijeme primjer je mubaha. Str. 30.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Tačno: A. Mufsid se povezuje s konkretnim ibadetom. Govor kvari namaz; sam govor nije uzrok gubitka abdesta.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Tačno: C. Postoje različiti stepeni obaveznosti i zabrane. Ne zaključujemo samo prema popularnosti.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37–42 min. Podijeliti individualni listić.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42–45 min. Vratiti se na tri početna postupka.</a:t>
            </a:r>
          </a:p>
          <a:p xmlns:a="http://schemas.openxmlformats.org/drawingml/2006/main">
            <a:r>
              <a:t>Izvor: udžbenik vjeronauke za VIII razred, štampane str. 29–32.</a:t>
            </a:r>
          </a:p>
          <a:p xmlns:a="http://schemas.openxmlformats.org/drawingml/2006/main">
            <a:r>
              <a:t>Napomena o abdestu: https://islamskazajednica.ba/index.php/namaz-ezan/3108-o-namazu ; https://islamskazajednica.ba/index.php/abdest-tjelesna-cistoca/4898-pitanja-o-abdestu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55cd086f34f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3f050c9bb47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4c70b737445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a3fdb64ab4d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fe9de1de441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3a9942b1f4c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9AEF5A-0F4B-4C79-8C1F-BB33F38B1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62F864-DC09-4E14-B23E-8392C44213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F965E9-5C60-4D40-ADD2-774D38629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309DC3-2AD9-4A74-813A-12286C9773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9A13A0-EF03-43B8-BE54-35A94AAFAB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B659EE-2FA7-4264-8909-E12EB388C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DCD3AC-482A-4CCE-AAD5-63304A6B63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1A3F79-43A9-4E8C-9F23-7365734838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8A7563-6E7F-4666-AB67-D2BFA63B56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F77520-6D03-4C2E-8A36-1C44F87FFA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956d99eef443e9" /><Relationship Type="http://schemas.openxmlformats.org/officeDocument/2006/relationships/slideLayout" Target="/ppt/slideLayouts/slideLayout1.xml" Id="R6cfd66287a454e3f" /><Relationship Type="http://schemas.openxmlformats.org/officeDocument/2006/relationships/slideLayout" Target="/ppt/slideLayouts/slideLayout2.xml" Id="R3291ad071dd8410c" /><Relationship Type="http://schemas.openxmlformats.org/officeDocument/2006/relationships/slideLayout" Target="/ppt/slideLayouts/slideLayout3.xml" Id="R5a443cea9d1941a7" /><Relationship Type="http://schemas.openxmlformats.org/officeDocument/2006/relationships/slideLayout" Target="/ppt/slideLayouts/slideLayout4.xml" Id="Rb9d6db0cde8b43b0" /><Relationship Type="http://schemas.openxmlformats.org/officeDocument/2006/relationships/slideLayout" Target="/ppt/slideLayouts/slideLayout5.xml" Id="R09e618e1cb4e43ff" /><Relationship Type="http://schemas.openxmlformats.org/officeDocument/2006/relationships/slideLayout" Target="/ppt/slideLayouts/slideLayout6.xml" Id="Rfbbaed9b0beb48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fd66287a454e3f"/>
    <p:sldLayoutId xmlns:r="http://schemas.openxmlformats.org/officeDocument/2006/relationships" id="2147483650" r:id="R3291ad071dd8410c"/>
    <p:sldLayoutId xmlns:r="http://schemas.openxmlformats.org/officeDocument/2006/relationships" id="2147483651" r:id="R5a443cea9d1941a7"/>
    <p:sldLayoutId xmlns:r="http://schemas.openxmlformats.org/officeDocument/2006/relationships" id="2147483652" r:id="Rb9d6db0cde8b43b0"/>
    <p:sldLayoutId xmlns:r="http://schemas.openxmlformats.org/officeDocument/2006/relationships" id="2147483653" r:id="R09e618e1cb4e43ff"/>
    <p:sldLayoutId xmlns:r="http://schemas.openxmlformats.org/officeDocument/2006/relationships" id="2147483654" r:id="Rfbbaed9b0beb48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92aa81155f420a" /><Relationship Type="http://schemas.openxmlformats.org/officeDocument/2006/relationships/notesSlide" Target="/ppt/notesSlides/notesSlide1.xml" Id="R44e72964316440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043e8a7aa4061" /><Relationship Type="http://schemas.openxmlformats.org/officeDocument/2006/relationships/notesSlide" Target="/ppt/notesSlides/notesSlide2.xml" Id="Rb4cf0dec497640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d34f8ea9c44f9" /><Relationship Type="http://schemas.openxmlformats.org/officeDocument/2006/relationships/notesSlide" Target="/ppt/notesSlides/notesSlide3.xml" Id="R37cddf647e5c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198022c484826" /><Relationship Type="http://schemas.openxmlformats.org/officeDocument/2006/relationships/notesSlide" Target="/ppt/notesSlides/notesSlide4.xml" Id="Ra5c5cb173a254e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e7c25cc0aa4851" /><Relationship Type="http://schemas.openxmlformats.org/officeDocument/2006/relationships/notesSlide" Target="/ppt/notesSlides/notesSlide5.xml" Id="Rabb01102efe342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6d6aa26cd34a53" /><Relationship Type="http://schemas.openxmlformats.org/officeDocument/2006/relationships/notesSlide" Target="/ppt/notesSlides/notesSlide6.xml" Id="R64f8c794a67e40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5670efee1f489d" /><Relationship Type="http://schemas.openxmlformats.org/officeDocument/2006/relationships/notesSlide" Target="/ppt/notesSlides/notesSlide7.xml" Id="R9fa25fd150214f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00058b997f4ec4" /><Relationship Type="http://schemas.openxmlformats.org/officeDocument/2006/relationships/notesSlide" Target="/ppt/notesSlides/notesSlide8.xml" Id="R4f8ab25ea79647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bcfb8921e745ca" /><Relationship Type="http://schemas.openxmlformats.org/officeDocument/2006/relationships/notesSlide" Target="/ppt/notesSlides/notesSlide9.xml" Id="Rd861bd75d0be46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a167f568148ad" /><Relationship Type="http://schemas.openxmlformats.org/officeDocument/2006/relationships/notesSlide" Target="/ppt/notesSlides/notesSlide10.xml" Id="Rc232e813850e48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43affd9264dfa" /><Relationship Type="http://schemas.openxmlformats.org/officeDocument/2006/relationships/notesSlide" Target="/ppt/notesSlides/notesSlide11.xml" Id="R53982ba76f7048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1dcd572f04364" /><Relationship Type="http://schemas.openxmlformats.org/officeDocument/2006/relationships/notesSlide" Target="/ppt/notesSlides/notesSlide12.xml" Id="Rc2707c8b6b8c4b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6355b97f14301" /><Relationship Type="http://schemas.openxmlformats.org/officeDocument/2006/relationships/notesSlide" Target="/ppt/notesSlides/notesSlide13.xml" Id="Raec3c79cb7f54a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20d1799f541c5" /><Relationship Type="http://schemas.openxmlformats.org/officeDocument/2006/relationships/notesSlide" Target="/ppt/notesSlides/notesSlide14.xml" Id="Rd90884524ec042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0ee59cb3864e94" /><Relationship Type="http://schemas.openxmlformats.org/officeDocument/2006/relationships/notesSlide" Target="/ppt/notesSlides/notesSlide15.xml" Id="Rac18e898542445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ad3aacefc4427" /><Relationship Type="http://schemas.openxmlformats.org/officeDocument/2006/relationships/notesSlide" Target="/ppt/notesSlides/notesSlide16.xml" Id="R9b83929bac2b41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83a4203df45bd" /><Relationship Type="http://schemas.openxmlformats.org/officeDocument/2006/relationships/notesSlide" Target="/ppt/notesSlides/notesSlide17.xml" Id="R2793185cca8b4f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eadcc0c4743e8" /><Relationship Type="http://schemas.openxmlformats.org/officeDocument/2006/relationships/notesSlide" Target="/ppt/notesSlides/notesSlide18.xml" Id="R3351187d0b8445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61600781643e8" /><Relationship Type="http://schemas.openxmlformats.org/officeDocument/2006/relationships/notesSlide" Target="/ppt/notesSlides/notesSlide19.xml" Id="Rb416251d0b6f48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3456C6-6652-4945-BABD-A630129C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Vrednovanje djela u Zakonu Božijem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CEB0B1-9125-4992-922C-AEFC827F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Islamska vjeronauka · VIII razred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Kako razlikujemo obavezu, preporuku, izbor i zabranu?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8C378FB-B3F8-4F04-B676-1DDB5606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9206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CDEBF6-A026-4AD7-A903-6CD5D501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Tri postupka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334F20-C031-46DE-97FA-D5315D34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Obaviti dnevni namaz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Prošetati u slobodno vrijeme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Ukrasti tuđu stvar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Jesu li ovi postupci jednako obavezni ili dopušteni?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98059CC-F094-4A32-8351-95D595C3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2674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B1EE1E-037A-4D6E-BE0F-A54AE326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Šta ćemo znati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FDBD46-C9E1-4B35-9CA6-A95F3532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Razvrstati primjere i objasniti svoj izbor.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Razlikovati obavezu od preporuke.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Objasniti šta kvari određeni ibadet.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28D0955-76EF-4F02-99DB-22695EB7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878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6CDAB9-21D4-40CE-956B-A0806575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Fikh i vrednovanje djela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1BA7E9-DF3F-4343-A6B1-B8BBE8CD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Fikh proučava propise o ljudskim djelima.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Moram li? Smijem li?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Je li preporučeno ili pokuđeno?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Da li radnja kvari ibadet?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6A2A473-28EB-4674-8935-3550B287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8186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D08C51-36F0-4102-B84B-90B39F8F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Farz i vadžib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30D625-4EE8-41A7-8F84-1C150DC0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FARZ — stroga vjerska dužnost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Primjer: pet dnevnih namaza.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VADŽIB — obaveza u hanefijskom učenju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Primjer: vitr-namaz, sadekatu-l-fitr.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023FC7A-DC78-4598-BA13-02DCDEB4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9113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47AE9F-CC24-48A7-B57D-F61AE9E5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Sunnet i mustehab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835D70-D72F-4E97-B147-08BD7E31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SUNNET — Poslanikova praksa koju slijedimo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Primjer: sunneti dnevnih namaza.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MUSTEHAB — lijepo i preporučeno djelo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Izostavljanje se ne kažnjava.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358F9F7-8704-4421-80EB-B55D654A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0104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CA7ACD-B0E5-43A6-9E94-6BEA4A72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Mubah, haram i mekruh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0F666A-5E0B-4DC4-A0B0-57F37D4A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MUBAH — dozvoljen izbor: slobodna šetnja.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HARAM — stroga zabrana: krađa.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MEKRUH — pokuđeno djelo: razgovor bez potrebe tokom ezana, prema lekciji.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F4453E7-9FB3-4379-BF6D-55C62F28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9265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CEC65C-352C-46DD-824C-27EC3B28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Mufsid i ibadet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6B08BB-B14D-4FA0-A7C0-5C8B1620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Mufsid je radnja ili stanje koje kvari ibadet.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Namjeran obični razgovor u namazu kvari namaz.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Sam govor ne kvari abdest.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Uvijek pitaj: koji ibadet se kvari?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924B2B4-4C4B-4718-8AC4-485CAA4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070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21444B-5CA1-4C61-89EE-865F1AA5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Razvrstaj i obrazloži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052AFA-6456-4B10-BCB5-4A329BE5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U grupi razvrstajte svih 8 kartica.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Za dvije kartice napišite razlog.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Jedan odgovor provjerite u udžbeniku.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Čitač · zapisničar · provjeravač · izvjestilac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06F983F-769D-4B42-A938-E8FD21CE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1205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BED89D-6257-4F31-84ED-6ADC5AD2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Razgovor o slučaju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AE24F0-EC23-4074-85BA-C651F201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Pročitajte slučaj A, B, C ili D.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Koji zaključak predlažete?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Koji podatak i propis ga podupiru?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Ako podatak nedostaje, recite šta treba provjeriti.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7764034-9B40-4719-9A01-E3F260DA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1772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023986-8DED-438F-AD8B-9E916A44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za provjeru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ECE793-B964-46CE-98EB-AB3CDD0D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6 pitanja · prvo odgovara svako za sebe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Pokaži A, B, C ili D na znak nastavnika.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Poslije odgovora objasni razlog.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4A895BF-FEAF-47E3-B42D-88D6F52B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29281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C2B1AE-5215-4E70-B71E-56C1A9A6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1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F38DD8-E7AE-46E1-AA2E-1947BBC8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Kako se zove disciplina koja proučava propise o ljudskim djelima?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Fikh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Geografija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Historija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Kaligrafija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0B66A76-C2B1-4B49-A99C-0F28C3D2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0959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10D2A5-D336-4DD1-ACE4-1491F009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78BADA-66BF-4E37-A70B-F1338EA0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Koji par ispravno povezuje djelo i kategoriju?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Vitr-namaz — mubah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Ramazanski post — farz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Krađa — mekruh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Šetnja — vadžib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E1E27B1-44A6-4A6A-ADFA-1346ECA6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861712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035CF7-5A3F-4C20-92EB-972099B9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3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57A367-7DBA-460A-86E0-7A309EC9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Kako se u lekciji razvrstava vitr-namaz?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Sunnet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Mubah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Vadžib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Mufsid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F614FD7-21A7-41AC-83CA-C339537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757972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9F8AD3-75F8-4CF8-9CA5-88205DE7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4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1B34EE-8C64-4E92-9505-073177E8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Učenica je završila obaveze i bira hoće li prošetati. Šetnja je u ovom primjeru…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Haram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Farz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Mekruh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Mubah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084E2FF-C9AE-4B4D-ABC4-9A325A7C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69241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0EDD85-C8F5-4C0A-9F77-31B9650D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5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6D46F0-20FA-4C06-845B-3F6306A4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Osoba namjerno započne običan razgovor u namazu. Šta taj govor kvari?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Namaz, ali sam po sebi ne abdest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Samo abdest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I namaz i abdest u svakom slučaju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Ni namaz ni abdest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4753778-0C05-4BD8-85C8-0788ABD9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046574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2069B6-6513-4DDD-97E1-13F107F5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6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5560B9-232D-470F-ACD4-C5A49E0B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Koji je najbolji zaključak o vrednovanju postupaka?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Sve što nije farz jeste haram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Popularnost određuje šta je dozvoljeno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Kategoriju povezujemo s propisom i jasnim okolnostima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Sve dozvoljeno moramo uraditi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7F033F1-2F63-4231-9FD8-854D70CC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489712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AD96AA-4BA4-4973-A62C-66B79EBE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Izlazna kartica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18EDEE-01DB-49CE-A753-FC3488A7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Samostalno razvrstaj 5 postupaka.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Objasni razliku: namaz i abdest.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Navedi mubah i obrazloži 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Predaj karticu prije zajedničkog razgovora.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57D43EB-87ED-4CDA-820B-14607EEB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879052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9D9F43-C98C-49EF-8841-4E20EADA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Zadatak po izboru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E124D0-AE1F-4E21-85CA-9F456C03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Napravi mapu osam pojmova s primjerima.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ILI</a:t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Objasni jednu dozvoljenu svakodnevnu odluku i okolnosti koje su važne.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Dobar odgovor sadrži naziv i razlog.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62D8616-037C-4D69-AE93-38E72D46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59698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2026-10-25T17:13:28.4990000Z</dcterms:created>
  <dcterms:modified xsi:type="dcterms:W3CDTF">2026-10-25T17:13:28.4990000Z</dcterms:modified>
</coreProperties>
</file>